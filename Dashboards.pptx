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1578" r:id="rId3"/>
    <p:sldId id="1579" r:id="rId4"/>
    <p:sldId id="1580" r:id="rId5"/>
    <p:sldId id="1581" r:id="rId6"/>
    <p:sldId id="1582" r:id="rId7"/>
    <p:sldId id="1583" r:id="rId8"/>
    <p:sldId id="1584" r:id="rId9"/>
    <p:sldId id="1585" r:id="rId10"/>
    <p:sldId id="1586" r:id="rId11"/>
    <p:sldId id="158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46C5-E28F-4296-965F-EDC69C826173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2499-1662-45A5-9320-5BEA85E0F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47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46C5-E28F-4296-965F-EDC69C826173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2499-1662-45A5-9320-5BEA85E0F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393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46C5-E28F-4296-965F-EDC69C826173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2499-1662-45A5-9320-5BEA85E0F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173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46C5-E28F-4296-965F-EDC69C826173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2499-1662-45A5-9320-5BEA85E0F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077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46C5-E28F-4296-965F-EDC69C826173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2499-1662-45A5-9320-5BEA85E0F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251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46C5-E28F-4296-965F-EDC69C826173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2499-1662-45A5-9320-5BEA85E0F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661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46C5-E28F-4296-965F-EDC69C826173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2499-1662-45A5-9320-5BEA85E0F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129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46C5-E28F-4296-965F-EDC69C826173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2499-1662-45A5-9320-5BEA85E0F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874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46C5-E28F-4296-965F-EDC69C826173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2499-1662-45A5-9320-5BEA85E0F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061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46C5-E28F-4296-965F-EDC69C826173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2499-1662-45A5-9320-5BEA85E0F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432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46C5-E28F-4296-965F-EDC69C826173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2499-1662-45A5-9320-5BEA85E0F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667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46C5-E28F-4296-965F-EDC69C826173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2499-1662-45A5-9320-5BEA85E0F5F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287036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46C5-E28F-4296-965F-EDC69C826173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2499-1662-45A5-9320-5BEA85E0F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0328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46C5-E28F-4296-965F-EDC69C826173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2499-1662-45A5-9320-5BEA85E0F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4530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46C5-E28F-4296-965F-EDC69C826173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2499-1662-45A5-9320-5BEA85E0F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0413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46C5-E28F-4296-965F-EDC69C826173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2499-1662-45A5-9320-5BEA85E0F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3188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46C5-E28F-4296-965F-EDC69C826173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2499-1662-45A5-9320-5BEA85E0F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7780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1_Title and Conten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>
            <a:spLocks noGrp="1"/>
          </p:cNvSpPr>
          <p:nvPr>
            <p:ph type="body" idx="1"/>
          </p:nvPr>
        </p:nvSpPr>
        <p:spPr>
          <a:xfrm>
            <a:off x="838200" y="2023409"/>
            <a:ext cx="10515600" cy="3955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 dirty="0"/>
          </a:p>
        </p:txBody>
      </p:sp>
      <p:sp>
        <p:nvSpPr>
          <p:cNvPr id="4" name="Google Shape;45;p7">
            <a:extLst>
              <a:ext uri="{FF2B5EF4-FFF2-40B4-BE49-F238E27FC236}">
                <a16:creationId xmlns:a16="http://schemas.microsoft.com/office/drawing/2014/main" id="{EB44CB0A-F4B1-A402-3759-2C3528AB8E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76617F3-2402-6614-1A74-28C7B4C54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438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E2246C5-E28F-4296-965F-EDC69C826173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42499-1662-45A5-9320-5BEA85E0F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3236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2173BB-164E-450C-7817-F202612B7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3168" y="1941384"/>
            <a:ext cx="9404723" cy="1400530"/>
          </a:xfrm>
        </p:spPr>
        <p:txBody>
          <a:bodyPr/>
          <a:lstStyle/>
          <a:p>
            <a:pPr algn="ctr"/>
            <a:r>
              <a:rPr lang="en-US" sz="8800" b="1" dirty="0"/>
              <a:t>Dashboards</a:t>
            </a:r>
          </a:p>
        </p:txBody>
      </p:sp>
    </p:spTree>
    <p:extLst>
      <p:ext uri="{BB962C8B-B14F-4D97-AF65-F5344CB8AC3E}">
        <p14:creationId xmlns:p14="http://schemas.microsoft.com/office/powerpoint/2010/main" val="2558124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8BCC2A-982C-E502-5FE5-0D8229308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014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DED576-9F9C-A54C-D19D-9C546DECD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536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1A1803-E987-CB4A-6D85-95972C0CF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061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FE0B80-1F51-B9BF-41D7-451C5080B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345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3DF517-2FB6-065F-4DC0-F63F5A53A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779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F2D5421-ACE1-332F-B0C3-95B8BAFEE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772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8423E7-F5BD-6BE5-EE18-84ED20FC5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602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D5D4E7-719E-8949-8524-83D799D49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198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D05F06-77A4-7861-A750-BB7318239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157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B25D7D-675F-9C84-BD99-E7ECDC052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3581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6</TotalTime>
  <Words>1</Words>
  <Application>Microsoft Office PowerPoint</Application>
  <PresentationFormat>Widescreen</PresentationFormat>
  <Paragraphs>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Century Gothic</vt:lpstr>
      <vt:lpstr>Raleway</vt:lpstr>
      <vt:lpstr>Wingdings 3</vt:lpstr>
      <vt:lpstr>Ion</vt:lpstr>
      <vt:lpstr>Dashboards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Tannu kumari</dc:creator>
  <cp:lastModifiedBy>Tannu kumari</cp:lastModifiedBy>
  <cp:revision>1</cp:revision>
  <dcterms:created xsi:type="dcterms:W3CDTF">2026-04-26T14:23:24Z</dcterms:created>
  <dcterms:modified xsi:type="dcterms:W3CDTF">2026-04-26T14:30:01Z</dcterms:modified>
</cp:coreProperties>
</file>